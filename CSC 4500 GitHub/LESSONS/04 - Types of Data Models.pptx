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57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756623-48B6-410C-A620-341B814291CC}" v="7" dt="2026-09-02T17:47:54.0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nnes Reyes" userId="c20a8a02-b4fe-42f6-8098-28f80703c1a5" providerId="ADAL" clId="{CACF7B39-15D8-4AB0-B094-4E7549337A18}"/>
    <pc:docChg chg="modSld">
      <pc:chgData name="Joannes Reyes" userId="c20a8a02-b4fe-42f6-8098-28f80703c1a5" providerId="ADAL" clId="{CACF7B39-15D8-4AB0-B094-4E7549337A18}" dt="2026-09-02T17:49:58.638" v="9"/>
      <pc:docMkLst>
        <pc:docMk/>
      </pc:docMkLst>
      <pc:sldChg chg="addSp">
        <pc:chgData name="Joannes Reyes" userId="c20a8a02-b4fe-42f6-8098-28f80703c1a5" providerId="ADAL" clId="{CACF7B39-15D8-4AB0-B094-4E7549337A18}" dt="2026-09-02T17:49:58.638" v="9"/>
        <pc:sldMkLst>
          <pc:docMk/>
          <pc:sldMk cId="397856556" sldId="257"/>
        </pc:sldMkLst>
        <pc:picChg chg="add">
          <ac:chgData name="Joannes Reyes" userId="c20a8a02-b4fe-42f6-8098-28f80703c1a5" providerId="ADAL" clId="{CACF7B39-15D8-4AB0-B094-4E7549337A18}" dt="2026-09-02T17:49:58.638" v="9"/>
          <ac:picMkLst>
            <pc:docMk/>
            <pc:sldMk cId="397856556" sldId="257"/>
            <ac:picMk id="4" creationId="{435BB50E-2462-7A17-BA55-3096893908FD}"/>
          </ac:picMkLst>
        </pc:picChg>
      </pc:sldChg>
      <pc:sldChg chg="addSp modAnim">
        <pc:chgData name="Joannes Reyes" userId="c20a8a02-b4fe-42f6-8098-28f80703c1a5" providerId="ADAL" clId="{CACF7B39-15D8-4AB0-B094-4E7549337A18}" dt="2026-09-02T17:37:40.579" v="1"/>
        <pc:sldMkLst>
          <pc:docMk/>
          <pc:sldMk cId="14147687" sldId="258"/>
        </pc:sldMkLst>
        <pc:picChg chg="add">
          <ac:chgData name="Joannes Reyes" userId="c20a8a02-b4fe-42f6-8098-28f80703c1a5" providerId="ADAL" clId="{CACF7B39-15D8-4AB0-B094-4E7549337A18}" dt="2026-09-02T17:37:34.392" v="0"/>
          <ac:picMkLst>
            <pc:docMk/>
            <pc:sldMk cId="14147687" sldId="258"/>
            <ac:picMk id="4" creationId="{5802C44F-A3D0-D688-166B-6D10E1967053}"/>
          </ac:picMkLst>
        </pc:picChg>
      </pc:sldChg>
      <pc:sldChg chg="modAnim">
        <pc:chgData name="Joannes Reyes" userId="c20a8a02-b4fe-42f6-8098-28f80703c1a5" providerId="ADAL" clId="{CACF7B39-15D8-4AB0-B094-4E7549337A18}" dt="2026-09-02T17:41:39.790" v="5"/>
        <pc:sldMkLst>
          <pc:docMk/>
          <pc:sldMk cId="1812918015" sldId="259"/>
        </pc:sldMkLst>
      </pc:sldChg>
      <pc:sldChg chg="addSp modSp">
        <pc:chgData name="Joannes Reyes" userId="c20a8a02-b4fe-42f6-8098-28f80703c1a5" providerId="ADAL" clId="{CACF7B39-15D8-4AB0-B094-4E7549337A18}" dt="2026-09-02T17:42:08.406" v="6"/>
        <pc:sldMkLst>
          <pc:docMk/>
          <pc:sldMk cId="2111373183" sldId="260"/>
        </pc:sldMkLst>
        <pc:spChg chg="add">
          <ac:chgData name="Joannes Reyes" userId="c20a8a02-b4fe-42f6-8098-28f80703c1a5" providerId="ADAL" clId="{CACF7B39-15D8-4AB0-B094-4E7549337A18}" dt="2026-09-02T17:42:08.406" v="6"/>
          <ac:spMkLst>
            <pc:docMk/>
            <pc:sldMk cId="2111373183" sldId="260"/>
            <ac:spMk id="4" creationId="{7A0637A9-39F3-50AA-3BE9-742100EDF359}"/>
          </ac:spMkLst>
        </pc:spChg>
        <pc:graphicFrameChg chg="add mod">
          <ac:chgData name="Joannes Reyes" userId="c20a8a02-b4fe-42f6-8098-28f80703c1a5" providerId="ADAL" clId="{CACF7B39-15D8-4AB0-B094-4E7549337A18}" dt="2026-09-02T17:42:08.406" v="6"/>
          <ac:graphicFrameMkLst>
            <pc:docMk/>
            <pc:sldMk cId="2111373183" sldId="260"/>
            <ac:graphicFrameMk id="2" creationId="{2295FF20-6856-3D7E-F69D-586630CAC495}"/>
          </ac:graphicFrameMkLst>
        </pc:graphicFrameChg>
      </pc:sldChg>
      <pc:sldChg chg="addSp modSp">
        <pc:chgData name="Joannes Reyes" userId="c20a8a02-b4fe-42f6-8098-28f80703c1a5" providerId="ADAL" clId="{CACF7B39-15D8-4AB0-B094-4E7549337A18}" dt="2026-09-02T17:48:34.995" v="8"/>
        <pc:sldMkLst>
          <pc:docMk/>
          <pc:sldMk cId="3273334153" sldId="261"/>
        </pc:sldMkLst>
        <pc:spChg chg="mod">
          <ac:chgData name="Joannes Reyes" userId="c20a8a02-b4fe-42f6-8098-28f80703c1a5" providerId="ADAL" clId="{CACF7B39-15D8-4AB0-B094-4E7549337A18}" dt="2026-09-02T17:47:54.055" v="7"/>
          <ac:spMkLst>
            <pc:docMk/>
            <pc:sldMk cId="3273334153" sldId="261"/>
            <ac:spMk id="3" creationId="{BC457AB0-5E42-3418-3C53-A1F8782FA7C7}"/>
          </ac:spMkLst>
        </pc:spChg>
        <pc:picChg chg="add">
          <ac:chgData name="Joannes Reyes" userId="c20a8a02-b4fe-42f6-8098-28f80703c1a5" providerId="ADAL" clId="{CACF7B39-15D8-4AB0-B094-4E7549337A18}" dt="2026-09-02T17:48:34.995" v="8"/>
          <ac:picMkLst>
            <pc:docMk/>
            <pc:sldMk cId="3273334153" sldId="261"/>
            <ac:picMk id="4" creationId="{9F9F63ED-9048-5D56-5C17-2BB48BFFCC5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04A25-9335-74C0-4465-24047EE7A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5CFCDB-7495-C8B2-1B9F-D7A734A7A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292C8-0E82-71B1-A68B-961B98476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30CBA-D728-4964-BB34-62A6B2F30E8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DFBFC-54BE-9698-AA57-E49DEFB6D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60567-655F-BCD7-0AF6-FF35E77E4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A1F0-6503-45DC-9FE3-D1FA6E47F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354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2E44E-1D05-E3F7-AA70-E950F1F7D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2F78B-4544-B385-49C7-60DF43AA7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7F236-A69F-96CB-4FB7-23F5607EA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30CBA-D728-4964-BB34-62A6B2F30E8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A4912-23BA-A667-1E2E-1057AFD49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F41CD-359C-1D11-8A02-FE224281C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A1F0-6503-45DC-9FE3-D1FA6E47F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188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5545C-226D-F054-5319-51A4E0508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7BF16-D296-26CA-3D26-0276C2791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09B9D-841E-5938-8E6F-7C1AADFC0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30CBA-D728-4964-BB34-62A6B2F30E8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33738-4593-485B-8D22-F4B2E702C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7C030-A823-BC23-CCC0-741308732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A1F0-6503-45DC-9FE3-D1FA6E47F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418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1BA6E-D8FA-B873-ECB6-754693E8D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27F84-16CD-E87D-EBE6-D034258E18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91B6B-5D73-8DC4-0955-2AA611FD3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19973-6EFE-41AD-14CD-59EBE0221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30CBA-D728-4964-BB34-62A6B2F30E8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5D6804-41E3-4919-9856-1F045122F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CF33E4-0743-1DD9-32F3-224F39163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A1F0-6503-45DC-9FE3-D1FA6E47F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713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7FE80-0D59-23CC-D661-01447F76B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FAD61-DE56-37DD-C75E-42C7217BF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EE1D54-03D1-5486-7FB8-EC9C901AD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71B528-C51B-9D2F-2201-0477ABB62C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173159-47FE-A5FD-6F7E-000D8933FF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2D7962-655A-92AB-8FFC-17F6F5FC3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30CBA-D728-4964-BB34-62A6B2F30E8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DC29E0-CD34-31C6-B1A5-94A9E4D55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64B581-BC5F-D887-0982-2ECB0C1F2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A1F0-6503-45DC-9FE3-D1FA6E47F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050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20838-F06A-87B5-2D3E-3B35CC344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C4402E-5EC6-E842-37D9-962277C69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30CBA-D728-4964-BB34-62A6B2F30E8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C294F8-754B-2B98-4DC1-B5C7AA923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5D5AA4-8EEB-6CA0-F3FB-6F72E471A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A1F0-6503-45DC-9FE3-D1FA6E47F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292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0D311E-1499-AFA1-2A41-C7ED290B0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30CBA-D728-4964-BB34-62A6B2F30E8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54B65F-3B95-DAC0-C62B-E085D9833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795B0-F115-2FC0-8CBC-07CE5B112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A1F0-6503-45DC-9FE3-D1FA6E47F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188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595C9-D73F-8EDF-D7CE-B0C0A964C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5ECC7-E94D-7CB5-3A54-23E1D2104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9B7A3-558F-6E6D-FE8F-740F93CE6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A4064-C44E-30E3-4349-6566AE944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30CBA-D728-4964-BB34-62A6B2F30E8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0EAA1-4864-D947-5EA2-695F71BD9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954BE8-5DC4-1C96-2F45-2382F078A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A1F0-6503-45DC-9FE3-D1FA6E47F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179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52752-F8DE-91DA-1B92-A544BB936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6B5760-A27B-0F0D-0387-B76C5483BD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560D1-76CF-5E48-6E66-EE5AAFDCB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34B12-81CD-FDB8-9DD5-510B37E7E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30CBA-D728-4964-BB34-62A6B2F30E8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CA222-E78D-3B94-55AC-2E4814116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F0D7D-EA37-1A28-EF73-A08630878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A1F0-6503-45DC-9FE3-D1FA6E47F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30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250C1-367C-04A3-7A8E-E04D0B820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BFC21-0629-EEFC-3712-57C5418E47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50B62-A928-CE29-D5E2-2AAEF0F08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30CBA-D728-4964-BB34-62A6B2F30E8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76A14-B6E2-A0D0-4F05-201A2FF89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A05A4-588A-EF35-8A0A-C4703BF95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A1F0-6503-45DC-9FE3-D1FA6E47F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25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EF8D1D-BBCC-CEE1-94FE-9D5D91D400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59013-DB0D-035C-FE56-F33668D28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74251-E00E-7165-D219-CB6F653D0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30CBA-D728-4964-BB34-62A6B2F30E8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94C86-1A67-29F3-EA6D-85E3D971B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FC229-A974-15B4-13AD-7C0890698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A1F0-6503-45DC-9FE3-D1FA6E47F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10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7396AF-1AEF-7CDA-A67B-DAA492010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EBC453-2C04-54E2-587D-EE8075CD6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716D5-E48A-90D4-21CB-041322400F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830CBA-D728-4964-BB34-62A6B2F30E8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AEF56-A164-5624-180D-3F5905722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97078-9D2D-67DE-1904-F9DDF96DC0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13A1F0-6503-45DC-9FE3-D1FA6E47F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89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geeksforgeeks.org/dbms/data-models-in-dbms/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5C4BC-7781-0781-3EB5-5CA395ADDB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Types of Logical Data Models</a:t>
            </a:r>
          </a:p>
        </p:txBody>
      </p:sp>
    </p:spTree>
    <p:extLst>
      <p:ext uri="{BB962C8B-B14F-4D97-AF65-F5344CB8AC3E}">
        <p14:creationId xmlns:p14="http://schemas.microsoft.com/office/powerpoint/2010/main" val="1576813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FCD2E3-481D-EA76-B79D-F090A25497F2}"/>
              </a:ext>
            </a:extLst>
          </p:cNvPr>
          <p:cNvSpPr txBox="1"/>
          <p:nvPr/>
        </p:nvSpPr>
        <p:spPr>
          <a:xfrm>
            <a:off x="761238" y="414588"/>
            <a:ext cx="1056817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/>
              <a:t>A </a:t>
            </a:r>
            <a:r>
              <a:rPr lang="en-US" sz="2400" b="1"/>
              <a:t>logical data model</a:t>
            </a:r>
            <a:r>
              <a:rPr lang="en-US" sz="2400"/>
              <a:t> describes how data is logically organized and how different pieces of data are related to one another. </a:t>
            </a:r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It provides a structure for representing data </a:t>
            </a:r>
            <a:r>
              <a:rPr lang="en-US" sz="2400" b="1"/>
              <a:t>without focusing on exactly how the data is physically stored on a computer</a:t>
            </a:r>
            <a:r>
              <a:rPr lang="en-US" sz="2400"/>
              <a:t>.</a:t>
            </a:r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A logical data model helps answer questions such as: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/>
              <a:t>How is the data organized?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/>
              <a:t>How are different records related?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/>
              <a:t>What rules govern those relationships?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/>
              <a:t>How can users or applications navigate or retrieve the data?</a:t>
            </a:r>
          </a:p>
        </p:txBody>
      </p:sp>
    </p:spTree>
    <p:extLst>
      <p:ext uri="{BB962C8B-B14F-4D97-AF65-F5344CB8AC3E}">
        <p14:creationId xmlns:p14="http://schemas.microsoft.com/office/powerpoint/2010/main" val="181291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295FF20-6856-3D7E-F69D-586630CAC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163371"/>
              </p:ext>
            </p:extLst>
          </p:nvPr>
        </p:nvGraphicFramePr>
        <p:xfrm>
          <a:off x="1277112" y="3100717"/>
          <a:ext cx="8909303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532262970"/>
                    </a:ext>
                  </a:extLst>
                </a:gridCol>
                <a:gridCol w="3584448">
                  <a:extLst>
                    <a:ext uri="{9D8B030D-6E8A-4147-A177-3AD203B41FA5}">
                      <a16:colId xmlns:a16="http://schemas.microsoft.com/office/drawing/2014/main" val="1876578005"/>
                    </a:ext>
                  </a:extLst>
                </a:gridCol>
                <a:gridCol w="2734055">
                  <a:extLst>
                    <a:ext uri="{9D8B030D-6E8A-4147-A177-3AD203B41FA5}">
                      <a16:colId xmlns:a16="http://schemas.microsoft.com/office/drawing/2014/main" val="1879105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Logical Data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Organization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Basic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0397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Hierarchical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Parent-child relationships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4201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Records connected through links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Network/graph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0605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Relational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organized into relations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755861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A0637A9-39F3-50AA-3BE9-742100EDF359}"/>
              </a:ext>
            </a:extLst>
          </p:cNvPr>
          <p:cNvSpPr txBox="1"/>
          <p:nvPr/>
        </p:nvSpPr>
        <p:spPr>
          <a:xfrm>
            <a:off x="696468" y="713446"/>
            <a:ext cx="103494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/>
              <a:t>Major Logical Data Models</a:t>
            </a:r>
          </a:p>
          <a:p>
            <a:pPr>
              <a:buNone/>
            </a:pPr>
            <a:endParaRPr lang="en-US" sz="2400" b="1"/>
          </a:p>
          <a:p>
            <a:pPr>
              <a:buNone/>
            </a:pPr>
            <a:r>
              <a:rPr lang="en-US" sz="2400"/>
              <a:t>Historically, three important logical data models are the </a:t>
            </a:r>
            <a:r>
              <a:rPr lang="en-US" sz="2400" b="1"/>
              <a:t>hierarchical</a:t>
            </a:r>
            <a:r>
              <a:rPr lang="en-US" sz="2400"/>
              <a:t>, </a:t>
            </a:r>
            <a:r>
              <a:rPr lang="en-US" sz="2400" b="1"/>
              <a:t>network</a:t>
            </a:r>
            <a:r>
              <a:rPr lang="en-US" sz="2400"/>
              <a:t>, and </a:t>
            </a:r>
            <a:r>
              <a:rPr lang="en-US" sz="2400" b="1"/>
              <a:t>relational</a:t>
            </a:r>
            <a:r>
              <a:rPr lang="en-US" sz="2400"/>
              <a:t> models.</a:t>
            </a:r>
          </a:p>
        </p:txBody>
      </p:sp>
    </p:spTree>
    <p:extLst>
      <p:ext uri="{BB962C8B-B14F-4D97-AF65-F5344CB8AC3E}">
        <p14:creationId xmlns:p14="http://schemas.microsoft.com/office/powerpoint/2010/main" val="2111373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457AB0-5E42-3418-3C53-A1F8782FA7C7}"/>
              </a:ext>
            </a:extLst>
          </p:cNvPr>
          <p:cNvSpPr txBox="1"/>
          <p:nvPr/>
        </p:nvSpPr>
        <p:spPr>
          <a:xfrm>
            <a:off x="613791" y="254038"/>
            <a:ext cx="1055903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/>
              <a:t>Hierarchical Model</a:t>
            </a:r>
          </a:p>
          <a:p>
            <a:pPr fontAlgn="base"/>
            <a:r>
              <a:rPr lang="en-US" sz="2400"/>
              <a:t>The hierarchical </a:t>
            </a:r>
            <a:r>
              <a:rPr lang="en-US" sz="2400" u="sng">
                <a:hlinkClick r:id="rId2"/>
              </a:rPr>
              <a:t>data model</a:t>
            </a:r>
            <a:r>
              <a:rPr lang="en-US" sz="2400"/>
              <a:t> is the oldest type of the data model. It was developed by IBM in 1968. It organizes data in a tree-like structure. Hierarchical model consists of the following :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US" sz="2000"/>
              <a:t>It contains nodes which are connected by branches.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US" sz="2000"/>
              <a:t>The topmost node is called the root node.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US" sz="2000"/>
              <a:t>If there are multiple nodes appear at the top level, then these can be called root segments.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US" sz="2000"/>
              <a:t>Each node has exactly one parent.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US" sz="2000"/>
              <a:t>One parent may have many children</a:t>
            </a:r>
            <a:r>
              <a:rPr lang="en-US" sz="1600"/>
              <a:t>.</a:t>
            </a:r>
          </a:p>
        </p:txBody>
      </p:sp>
      <p:pic>
        <p:nvPicPr>
          <p:cNvPr id="4" name="Picture 3" descr="Hierarchical Data Model">
            <a:extLst>
              <a:ext uri="{FF2B5EF4-FFF2-40B4-BE49-F238E27FC236}">
                <a16:creationId xmlns:a16="http://schemas.microsoft.com/office/drawing/2014/main" id="{9F9F63ED-9048-5D56-5C17-2BB48BFFC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9338" y="3732733"/>
            <a:ext cx="5016437" cy="241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334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248FFE-2F4F-8363-E19E-11DC85D7B9E0}"/>
              </a:ext>
            </a:extLst>
          </p:cNvPr>
          <p:cNvSpPr txBox="1"/>
          <p:nvPr/>
        </p:nvSpPr>
        <p:spPr>
          <a:xfrm>
            <a:off x="1081278" y="562231"/>
            <a:ext cx="9964674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/>
              <a:t>2. Network Model</a:t>
            </a:r>
          </a:p>
          <a:p>
            <a:pPr>
              <a:buNone/>
            </a:pPr>
            <a:r>
              <a:rPr lang="en-US"/>
              <a:t>The </a:t>
            </a:r>
            <a:r>
              <a:rPr lang="en-US" b="1"/>
              <a:t>network model</a:t>
            </a:r>
            <a:r>
              <a:rPr lang="en-US"/>
              <a:t> is an early database model in which data is organized as </a:t>
            </a:r>
            <a:r>
              <a:rPr lang="en-US" b="1"/>
              <a:t>records connected to other records through links or relationships</a:t>
            </a:r>
            <a:r>
              <a:rPr lang="en-US"/>
              <a:t>. It was developed before the relational model became dominant.</a:t>
            </a:r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/>
              <a:t>Unlike the </a:t>
            </a:r>
            <a:r>
              <a:rPr lang="en-US" b="1"/>
              <a:t>hierarchical model</a:t>
            </a:r>
            <a:r>
              <a:rPr lang="en-US"/>
              <a:t>, which organizes data as a tree where each child normally has only one parent, the network model allows a record to be connected to </a:t>
            </a:r>
            <a:r>
              <a:rPr lang="en-US" b="1"/>
              <a:t>multiple parent records</a:t>
            </a:r>
            <a:r>
              <a:rPr lang="en-US"/>
              <a:t>. This makes it better suited for representing more complex relationships.</a:t>
            </a:r>
          </a:p>
        </p:txBody>
      </p:sp>
      <p:pic>
        <p:nvPicPr>
          <p:cNvPr id="4" name="Picture 3" descr="Network Data Model">
            <a:extLst>
              <a:ext uri="{FF2B5EF4-FFF2-40B4-BE49-F238E27FC236}">
                <a16:creationId xmlns:a16="http://schemas.microsoft.com/office/drawing/2014/main" id="{435BB50E-2462-7A17-BA55-309689390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738" y="3319462"/>
            <a:ext cx="5476875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56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6931D9-695A-0254-0865-D28DAC06D4CF}"/>
              </a:ext>
            </a:extLst>
          </p:cNvPr>
          <p:cNvSpPr txBox="1"/>
          <p:nvPr/>
        </p:nvSpPr>
        <p:spPr>
          <a:xfrm>
            <a:off x="780288" y="609291"/>
            <a:ext cx="1041196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/>
              <a:t>3. Relational Data Model</a:t>
            </a:r>
          </a:p>
          <a:p>
            <a:pPr>
              <a:buNone/>
            </a:pPr>
            <a:endParaRPr lang="en-US" sz="2400" b="1"/>
          </a:p>
          <a:p>
            <a:pPr>
              <a:buNone/>
            </a:pPr>
            <a:r>
              <a:rPr lang="en-US" sz="2400"/>
              <a:t>The </a:t>
            </a:r>
            <a:r>
              <a:rPr lang="en-US" sz="2400" b="1"/>
              <a:t>relational data model</a:t>
            </a:r>
            <a:r>
              <a:rPr lang="en-US" sz="2400"/>
              <a:t> is a logical data model that organizes data into </a:t>
            </a:r>
            <a:r>
              <a:rPr lang="en-US" sz="2400" b="1"/>
              <a:t>relations</a:t>
            </a:r>
            <a:r>
              <a:rPr lang="en-US" sz="2400"/>
              <a:t>, commonly represented as </a:t>
            </a:r>
            <a:r>
              <a:rPr lang="en-US" sz="2400" b="1"/>
              <a:t>tables</a:t>
            </a:r>
            <a:r>
              <a:rPr lang="en-US" sz="2400"/>
              <a:t>. Each table represents a particular type of information, and relationships between tables are established primarily through </a:t>
            </a:r>
            <a:r>
              <a:rPr lang="en-US" sz="2400" b="1"/>
              <a:t>keys</a:t>
            </a:r>
            <a:r>
              <a:rPr lang="en-US" sz="2400"/>
              <a:t>.</a:t>
            </a:r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The relational model was introduced by </a:t>
            </a:r>
            <a:r>
              <a:rPr lang="en-US" sz="2400" b="1"/>
              <a:t>Edgar F. Codd</a:t>
            </a:r>
            <a:r>
              <a:rPr lang="en-US" sz="2400"/>
              <a:t> in 1970 and became the foundation for most modern relational database management systems.</a:t>
            </a:r>
          </a:p>
        </p:txBody>
      </p:sp>
    </p:spTree>
    <p:extLst>
      <p:ext uri="{BB962C8B-B14F-4D97-AF65-F5344CB8AC3E}">
        <p14:creationId xmlns:p14="http://schemas.microsoft.com/office/powerpoint/2010/main" val="2553964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0D19DB-1944-5E62-3FA3-856D38DA8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628" y="821378"/>
            <a:ext cx="8032154" cy="521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149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372</Words>
  <Application>Microsoft Office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Types of Logical Data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Reyes</dc:creator>
  <cp:lastModifiedBy>Joannes Reyes</cp:lastModifiedBy>
  <cp:revision>1</cp:revision>
  <dcterms:created xsi:type="dcterms:W3CDTF">2026-09-02T17:26:17Z</dcterms:created>
  <dcterms:modified xsi:type="dcterms:W3CDTF">2026-09-03T01:22:57Z</dcterms:modified>
</cp:coreProperties>
</file>